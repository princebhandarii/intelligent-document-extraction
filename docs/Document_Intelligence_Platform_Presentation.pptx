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>
        <p:scale>
          <a:sx n="122" d="100"/>
          <a:sy n="122" d="100"/>
        </p:scale>
        <p:origin x="6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1527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1CB4C-6687-B841-5516-19E9E1CF4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7FF60-CD14-6FFB-31DD-ED6EA5CE6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C4E8D-E748-DDC1-2CD3-FC05BB102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322C4-5EA2-B106-279B-20D15C9062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09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43400"/>
            <a:ext cx="12188952" cy="2514600"/>
          </a:xfrm>
          <a:prstGeom prst="rect">
            <a:avLst/>
          </a:prstGeom>
          <a:solidFill>
            <a:srgbClr val="18205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33172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INTELLIGENCE PLATFORM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Extraction, Validation &amp; API Platform for Financial Documents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Internship — Technical Case Study Submission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Bhandari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princebhandari22@gmail.com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document processing doesn't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476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Layouts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5603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balance sheets, P&amp;L and cash flow statements arrive in native PDF, scanned PDF, JPG or PNG — every vendor formats them differently.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9476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Image Quality Issues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5603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receipts and photographed invoices introduce noise, skew and misreads that break naive extraction.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206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18795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Layer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80060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re-keying totals is slow, and errors in financial line items go unnoticed without automated cross-checks.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9319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4206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18795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Record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80060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results live in inboxes and spreadsheets, with no queryable API or dashboard for the team.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processing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23774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2377440"/>
            <a:ext cx="141732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(PDF/JPG/PNG)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359152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039112" y="23774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39112" y="2377440"/>
            <a:ext cx="141732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2359152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712464" y="23774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12464" y="2377440"/>
            <a:ext cx="141732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129784" y="2359152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85816" y="23774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85816" y="2377440"/>
            <a:ext cx="141732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03136" y="2359152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059168" y="23774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59168" y="2377440"/>
            <a:ext cx="141732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476488" y="2359152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732520" y="23774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32520" y="2377440"/>
            <a:ext cx="141732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0" y="2359152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405872" y="237744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405872" y="2377440"/>
            <a:ext cx="141732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93192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is processed synchronously: the moment a file is uploaded, it moves through validation, OCR, structured LLM extraction and financial-formula validation before the result is persisted and surfaced through the API and dashboard.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212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5532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OCR, extraction, validation, persistence and API layers each live in their own module — never one monolithic file.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50749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0" y="5212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by design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5532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files, OCR failures and model errors are caught and logged, never exposed as raw stack traces.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726C9-C2E1-6159-E31C-C224DBF0A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8AB340-6845-3D49-33C0-015B6FD9419A}"/>
              </a:ext>
            </a:extLst>
          </p:cNvPr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31F4DD-FAAC-B2D5-1370-2A880FE6BE8C}"/>
              </a:ext>
            </a:extLst>
          </p:cNvPr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processing pipeline</a:t>
            </a:r>
            <a:endParaRPr lang="en-US" sz="2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03EF489-534B-3F75-4B2B-C00ADD0EA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95" y="1301661"/>
            <a:ext cx="10795175" cy="555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626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for reliability within a 3-day build window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82296" cy="1600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963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Swagger/OpenAPI docs required by the case study, native Pydantic validation, async-ready.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1691640"/>
            <a:ext cx="82296" cy="1600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4963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open-source, runs locally — no API key or rate limits for scanned images and image-based PDFs.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21040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691640"/>
            <a:ext cx="82296" cy="1600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5360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(Llama)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24963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inference, OpenAI-compatible API, fast enough for synchronous request handling.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566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566160"/>
            <a:ext cx="82296" cy="1600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730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3708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serverless Postgres; SQLAlchemy repository pattern keeps storage swappable.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80560" y="3566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480560" y="3566160"/>
            <a:ext cx="82296" cy="1600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54880" y="3730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HOSTING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43708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Docker-based deploy with a free tier; installs Tesseract as a system dependency via the Dockerfile.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21040" y="3566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3566160"/>
            <a:ext cx="82296" cy="1600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95360" y="3730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59536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HOSTING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595360" y="43708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static hosting for the HTML/CSS/JS dashboard, instant global CDN, no cold starts.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document types, one consistent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517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invoice_number, vendor, customer, subtotal, tax, discount, shipping, total, line items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66160" y="17373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9476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Sheet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26517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total_assets, total_liabilities, total_equity per reporting period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92240" y="17373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&amp; Loss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6517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cost of sales, gross/operating/net profit per period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18320" y="17373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4692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Flow Statement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646920" y="26517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operating, investing, financing cash flow, opening/closing cash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 is selected in the frontend at upload time and sent as request metadata — automated schema classification is out of scope per the assignment brief.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IN 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document → structured, grounded JSON</a:t>
            </a:r>
            <a:endParaRPr lang="en-US" sz="2800" dirty="0"/>
          </a:p>
        </p:txBody>
      </p:sp>
      <p:pic>
        <p:nvPicPr>
          <p:cNvPr id="4" name="Image 0" descr="source_invoic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00200"/>
            <a:ext cx="324612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77640" y="1600200"/>
            <a:ext cx="7635240" cy="4572000"/>
          </a:xfrm>
          <a:prstGeom prst="roundRect">
            <a:avLst>
              <a:gd name="adj" fmla="val 1200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1" descr="result_view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14800" y="1737360"/>
            <a:ext cx="7360920" cy="4297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6263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invoice (JPG)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3977640" y="626364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fields, line items &amp; PASS validation shown live in the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check is grounded in the actual document, never assumed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formulas checked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quantity × unit_price ≈ line amount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sum(line items) ≈ subtotal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subtotal + tax + shipping − discount ≈ total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94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total_liabilities + total_equity ≈ total_assets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251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revenue − cost_of_sales ≈ gross_profit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709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operating + investing + financing ≈ net cash change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349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required field is missing, the check returns NOT_APPLICABLE — the system never assumes or invents a value.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89320" y="1691640"/>
            <a:ext cx="55778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4" name="Image 0" descr="validation_tab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6480" y="1828800"/>
            <a:ext cx="5303520" cy="40233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validation output from a processed invoice — every check shows the formula, calculated value, reported value, variance and PASS/FAIL/NOT_APPLICABLE status.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Documented, structured, and consistent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swagger.png"/>
          <p:cNvPicPr>
            <a:picLocks noChangeAspect="1"/>
          </p:cNvPicPr>
          <p:nvPr/>
        </p:nvPicPr>
        <p:blipFill>
          <a:blip r:embed="rId3"/>
          <a:srcRect t="5996"/>
          <a:stretch>
            <a:fillRect/>
          </a:stretch>
        </p:blipFill>
        <p:spPr>
          <a:xfrm>
            <a:off x="670560" y="1843935"/>
            <a:ext cx="5400541" cy="41593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1828800"/>
            <a:ext cx="77724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46520" y="18288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18105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/api/v1/documents/process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20665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+ process a document (multipart)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46520" y="2651760"/>
            <a:ext cx="777240" cy="384048"/>
          </a:xfrm>
          <a:prstGeom prst="roundRect">
            <a:avLst>
              <a:gd name="adj" fmla="val 11905"/>
            </a:avLst>
          </a:prstGeom>
          <a:solidFill>
            <a:srgbClr val="CADCF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46520" y="26517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26334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/api/v1/documents/{document_name}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28895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stored result by name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46520" y="3474720"/>
            <a:ext cx="777240" cy="384048"/>
          </a:xfrm>
          <a:prstGeom prst="roundRect">
            <a:avLst>
              <a:gd name="adj" fmla="val 11905"/>
            </a:avLst>
          </a:prstGeom>
          <a:solidFill>
            <a:srgbClr val="CADCF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46520" y="34747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3456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/api/v1/documents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37124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processed documents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46520" y="4297680"/>
            <a:ext cx="777240" cy="384048"/>
          </a:xfrm>
          <a:prstGeom prst="roundRect">
            <a:avLst>
              <a:gd name="adj" fmla="val 11905"/>
            </a:avLst>
          </a:prstGeom>
          <a:solidFill>
            <a:srgbClr val="CADCF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46520" y="42976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0" y="42793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/api/v1/health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0" y="45354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446520" y="525780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JSON always includes: document name, document type, file validation, complete extracted data, financial validations, processing status and processing metadata.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functional, and connected to a live database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76656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828800"/>
            <a:ext cx="649224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88366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09560" y="17556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Document-type selection + file upload control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80960" y="259689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909560" y="2468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lists every processed document with status and time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80960" y="331012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909560" y="31821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through to view extracted fields, line items and validation results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80960" y="402336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909560" y="38953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fields and failed validations are clearly highlighted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80960" y="473659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909560" y="46085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 view for full transparency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680960" y="54498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909560" y="53218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PostgreSQL — results persist across sessions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COVERAGE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Demonstrated per the assignment's required scenarios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476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928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document types processed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5856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Invoice, Balance Sheet, P&amp;L and Cash Flow each tested end-to-end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565392" y="19476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8928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Scanned/image-based document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25856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 receipt processed via Tesseract OCR + LLM extraction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375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96112" y="35935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3593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5387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Validation-failure scenario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90448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invoice with a subtotal/line-item mismatch, correctly flagged FAIL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3375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565392" y="35935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65392" y="3593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5387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file scenario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90448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Non-PDF/JPG/PNG upload rejected gracefully with a clear error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9834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52395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6112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184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JSON outputs saved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555040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outputs stored in sample_outputs/ for each type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49834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565392" y="52395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65392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5184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555040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coverage for file validation, financial calculations, and an API flow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Live, public, and fully wired end-to-end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889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HTML/CSS/JS, zero build step, instant global CDN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1965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240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(Docker)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7889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Uvicorn, Tesseract installed via Dockerfile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0" y="1965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240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 (Postgres)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7889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serverless Postgres, persists across sessions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Links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091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Frontend:  intelligent-document-extraction.vercel.app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00176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API:  intelligent-document-extraction-ub14.onrender.com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29437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Swagger Docs:  .../docs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5869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GitHub:  github.com/princebhandarii/Intelligent-Document-Extraction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060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77240" y="3429000"/>
            <a:ext cx="18288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walk through the code, extraction logic, or any design decision in detail.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Bhandari  ·  github.com/princebhandarii/Intelligent-Document-Extraction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1036</Words>
  <Application>Microsoft Macintosh PowerPoint</Application>
  <PresentationFormat>Widescreen</PresentationFormat>
  <Paragraphs>169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 prince</cp:lastModifiedBy>
  <cp:revision>5</cp:revision>
  <dcterms:created xsi:type="dcterms:W3CDTF">2026-09-11T09:53:27Z</dcterms:created>
  <dcterms:modified xsi:type="dcterms:W3CDTF">2026-09-11T10:16:56Z</dcterms:modified>
</cp:coreProperties>
</file>